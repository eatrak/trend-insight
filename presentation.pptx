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78f6966e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78f6966e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78f6966e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78f6966e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78f6966e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78f6966e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78f6966e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78f6966e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78f6966e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78f6966e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78f6966e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78f6966e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78f6966e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78f6966e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78f6966e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78f6966e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78f6966e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78f6966e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78f6966e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78f6966e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78f6966e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78f6966e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78f6966e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78f6966e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3cec672e6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3cec672e6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Trend Insight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Davide Vacirca - TAP 2025/26 - </a:t>
            </a:r>
            <a:r>
              <a:rPr lang="it"/>
              <a:t>Università</a:t>
            </a:r>
            <a:r>
              <a:rPr lang="it"/>
              <a:t> degli Studi di Catania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Problema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</a:t>
            </a:r>
            <a:r>
              <a:rPr lang="it"/>
              <a:t>eddit e’ molto utile per capire ciò che pensano le persone su un post che viene pubblicato.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Quello che non vediamo però e’ ciò’ che pensano le persone su più post della stessa natura.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Soluzione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Trend Insight permette a un utente di definire un</a:t>
            </a:r>
            <a:r>
              <a:rPr lang="it"/>
              <a:t> topic, </a:t>
            </a:r>
            <a:r>
              <a:rPr lang="it"/>
              <a:t>e il sistema mostra all’utente metriche su quel topic nel tempo, analizzando i post inerenti.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Funzionalità</a:t>
            </a:r>
            <a:r>
              <a:rPr lang="it"/>
              <a:t> </a:t>
            </a:r>
            <a:r>
              <a:rPr lang="it"/>
              <a:t>p</a:t>
            </a:r>
            <a:r>
              <a:rPr lang="it"/>
              <a:t>rincipali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Generazione del topic con la sola descrizione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L’AI genera tutto il resto, come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it"/>
              <a:t>Matching pattern</a:t>
            </a:r>
            <a:r>
              <a:rPr lang="it"/>
              <a:t>: CNF di parole chiave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it"/>
              <a:t>Lista di subreddit</a:t>
            </a:r>
            <a:r>
              <a:rPr lang="it"/>
              <a:t> da cui prendere i post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Backfilling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E’ possibile </a:t>
            </a:r>
            <a:r>
              <a:rPr lang="it"/>
              <a:t>caricare </a:t>
            </a:r>
            <a:r>
              <a:rPr lang="it"/>
              <a:t>i post degli ultimi 30 giorni inerenti a un topic.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Auto Syncing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Il sistema mantiene la sincronizzazione sul numero di upvotes e di commenti dei post per 48h dalla loro creazione.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Metriche di un topic su una finestra di tempo</a:t>
            </a:r>
            <a:endParaRPr/>
          </a:p>
        </p:txBody>
      </p:sp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990" y="1326200"/>
            <a:ext cx="8436026" cy="10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Architettura generale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Ingestion dei dati</a:t>
            </a:r>
            <a:endParaRPr/>
          </a:p>
        </p:txBody>
      </p:sp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888" y="1241700"/>
            <a:ext cx="7272225" cy="295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Sentiment Analysis</a:t>
            </a:r>
            <a:endParaRPr/>
          </a:p>
        </p:txBody>
      </p:sp>
      <p:pic>
        <p:nvPicPr>
          <p:cNvPr id="113" name="Google Shape;1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422850"/>
            <a:ext cx="8520601" cy="1890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Salvataggio su Elasticsearch</a:t>
            </a:r>
            <a:endParaRPr/>
          </a:p>
        </p:txBody>
      </p:sp>
      <p:pic>
        <p:nvPicPr>
          <p:cNvPr id="119" name="Google Shape;1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38" y="1521025"/>
            <a:ext cx="8484526" cy="210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Risultato con Kibana</a:t>
            </a:r>
            <a:endParaRPr/>
          </a:p>
        </p:txBody>
      </p:sp>
      <p:pic>
        <p:nvPicPr>
          <p:cNvPr id="125" name="Google Shape;12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50" y="1017725"/>
            <a:ext cx="8223299" cy="32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Risultato con l’app</a:t>
            </a:r>
            <a:endParaRPr/>
          </a:p>
        </p:txBody>
      </p:sp>
      <p:pic>
        <p:nvPicPr>
          <p:cNvPr id="131" name="Google Shape;13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813" y="1017725"/>
            <a:ext cx="673438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